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4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10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6AB156-4BBF-3A1A-D93A-0ACC3352D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103C13B-6B2F-CB8A-C931-21828AA143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7BD2067-8AE9-2028-E8DE-19091AD34F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8E97136-FF56-9B5C-37FF-6EED7161E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6822C-E9E6-385D-33C1-D6DEA4062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9145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CC3532-6FA7-D926-140B-07ADA3D51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2C24B5-CC05-8188-C998-289E8E9A32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B7837FE-4256-EE69-54A3-944ACD116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15B2001-AEDF-FC98-CC98-66AC59DF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E6D2580-BDA2-EAA1-7D3F-E13F6F5A7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53325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BF50A3-72AC-15D0-4FF9-C74F70EB8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8233DF-6B72-2940-0F5B-6BBA9FA4F4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7F1DBE0-1E50-1E92-1622-89D444024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F5F6BEB-C03C-F97D-CCE5-1B66C3199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48FD7A-FDFE-8CEC-9260-72A7CB89E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2093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2DBB29-3480-5AC2-5133-33F361CA7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1C2C0F-6B19-40FA-AFEA-D69A14E712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E2634D-0AFC-B295-0C2A-B81FE69AA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8B34B3-C6E3-2313-C586-81CE0E3B6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88B85D8-F413-7E8B-9132-B5FA50303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72FF2C1-B448-FF45-3431-C2C85FE9C9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98875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64B06A-4397-C311-6DCB-FC8B2BD690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A864E7-0608-4C29-D6E7-A03DA20EFB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C208092-5717-B8E3-F217-67A4852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CAA2227-34DC-8818-039F-ED7C65D5C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3A844631-DD6B-E20E-C854-A9BDE92C3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230EF28-00D8-72F5-2E94-5F04874EC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EABCF49-3545-CB01-A73B-3E553A8C6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36A3D9B-436E-46A1-C4EA-1CE5CC7D1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29515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42515F-4944-9023-86BB-0F6332A2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7105028-A7F7-84D6-C08E-0E466718F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520B2EA-6EC1-7C69-36C3-4EE4DCC41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620B9E3-2A04-68B2-FA72-3418EE57A0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24404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C815ED3-99EA-AA9C-B72D-F7C22AB68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9688214-2DA1-860D-14A7-499D9DFBB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7328B9F-B6A8-B4E0-C6D6-A62531E29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560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4FD70F-2FAC-3ADD-92F7-17503FB0B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8CC7674-A371-159E-9E7A-AC02BB4FA6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45F9D06-4790-845A-24CA-593E3F3884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7F35888-6137-03B1-5585-40B041668B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389A52C-17F0-C251-9A50-AFE0EF6824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20E5F1E-A0E5-0052-DCA3-29FD5D24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454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41A3975-5A91-5BF7-8B95-34A401730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E004AF6-7AB2-8932-308C-B3A91DF39F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955AEC-E432-58C9-0654-93661C7F36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A206BFE-2A7A-2ACD-BA8B-662F207CDD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08E63BD-4897-8343-654B-938F17417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A4D75F0-7108-6CAA-05AA-7D4D50C29E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6055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420431-568F-CFAF-E64C-F42F9880A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ED6DD2BF-8B53-7C90-EB25-530698D86E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A56F36D-811F-366B-FF92-6FDA9B99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B885DA-33E1-8BC5-1D15-E3ACDCD7E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1CE0C7D-3EC1-2938-17CF-74E61DAB5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141510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004788C-070D-9DAB-6639-0A081EE489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23F8358-DB94-11A6-6C3B-04481C89BA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8A61255-D5DA-460C-EF1F-A00E0FF4D7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7F8886-5B98-0B37-32E7-1BBE0E4B0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68FE0F-A617-754E-A772-3D866E9A60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4551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716A2B6-D58C-8B59-F4A8-08049041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DF38BC8-E720-0C20-F34B-4FEA95E2A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54ACFDD-C9AF-B550-A3C5-94A5D1C947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014FC9-2785-4306-BF63-5602908167FA}" type="datetimeFigureOut">
              <a:rPr lang="ko-KR" altLang="en-US" smtClean="0"/>
              <a:t>2025-05-21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08972F-11A2-DE28-8FAA-3B01DA621E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25194-6D06-58BC-4CC5-84BD6CD28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60F895-7C8B-4571-88FE-8D9C95AFB98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924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D10337-34E7-88E2-B4DC-D5BC927B8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A104C5F-55CA-309F-BCAA-3C939F850B22}"/>
              </a:ext>
            </a:extLst>
          </p:cNvPr>
          <p:cNvSpPr txBox="1"/>
          <p:nvPr/>
        </p:nvSpPr>
        <p:spPr>
          <a:xfrm>
            <a:off x="650240" y="554558"/>
            <a:ext cx="1132932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/>
              <a:t>발표방식</a:t>
            </a:r>
            <a:endParaRPr lang="en-US" altLang="ko-KR" sz="2400" dirty="0"/>
          </a:p>
          <a:p>
            <a:r>
              <a:rPr lang="en-US" altLang="ko-KR" sz="2400" dirty="0"/>
              <a:t>20</a:t>
            </a:r>
            <a:r>
              <a:rPr lang="ko-KR" altLang="en-US" sz="2400" dirty="0"/>
              <a:t>분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본인의 연구 </a:t>
            </a:r>
            <a:r>
              <a:rPr lang="en-US" altLang="ko-KR" sz="2400" dirty="0"/>
              <a:t>introduction</a:t>
            </a:r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연구를 위해서 분석하게 된 데이터 소개 </a:t>
            </a:r>
            <a:r>
              <a:rPr lang="en-US" altLang="ko-KR" sz="2400" dirty="0"/>
              <a:t>(</a:t>
            </a:r>
            <a:r>
              <a:rPr lang="ko-KR" altLang="en-US" sz="2400" dirty="0"/>
              <a:t>기존 데이터가 아닌 </a:t>
            </a:r>
            <a:r>
              <a:rPr lang="ko-KR" altLang="en-US" sz="2400" dirty="0">
                <a:solidFill>
                  <a:srgbClr val="FF0000"/>
                </a:solidFill>
              </a:rPr>
              <a:t>외부 데이터 필수</a:t>
            </a:r>
            <a:r>
              <a:rPr lang="en-US" altLang="ko-KR" sz="2400" dirty="0"/>
              <a:t>)</a:t>
            </a:r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기존 연구와의 차이점</a:t>
            </a:r>
            <a:endParaRPr lang="en-US" altLang="ko-KR" sz="2400" dirty="0"/>
          </a:p>
          <a:p>
            <a:r>
              <a:rPr lang="en-US" altLang="ko-KR" sz="2400" dirty="0"/>
              <a:t>- </a:t>
            </a:r>
            <a:r>
              <a:rPr lang="ko-KR" altLang="en-US" sz="2400" dirty="0"/>
              <a:t>분석 내용 </a:t>
            </a:r>
            <a:endParaRPr lang="en-US" altLang="ko-KR" sz="2400" dirty="0"/>
          </a:p>
          <a:p>
            <a:r>
              <a:rPr lang="en-US" altLang="ko-KR" sz="2400" dirty="0"/>
              <a:t>- Future work (</a:t>
            </a:r>
            <a:r>
              <a:rPr lang="ko-KR" altLang="en-US" sz="2400" dirty="0"/>
              <a:t>필요시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r>
              <a:rPr lang="ko-KR" altLang="en-US" sz="2400" dirty="0"/>
              <a:t>만약에 본인의 연구에 연관된 데이터를 확보하기가 </a:t>
            </a:r>
            <a:r>
              <a:rPr lang="ko-KR" altLang="en-US" sz="2400" dirty="0" err="1"/>
              <a:t>너어어어어어무</a:t>
            </a:r>
            <a:r>
              <a:rPr lang="ko-KR" altLang="en-US" sz="2400" dirty="0"/>
              <a:t> </a:t>
            </a:r>
            <a:endParaRPr lang="en-US" altLang="ko-KR" sz="2400" dirty="0"/>
          </a:p>
          <a:p>
            <a:r>
              <a:rPr lang="ko-KR" altLang="en-US" sz="2400" dirty="0"/>
              <a:t>어려울 경우 독립적인 데이터를 사용해도 무방합니다</a:t>
            </a:r>
            <a:r>
              <a:rPr lang="en-US" altLang="ko-KR" sz="2400" dirty="0"/>
              <a:t>.</a:t>
            </a:r>
          </a:p>
          <a:p>
            <a:r>
              <a:rPr lang="en-US" altLang="ko-KR" sz="2400" dirty="0"/>
              <a:t>(</a:t>
            </a:r>
            <a:r>
              <a:rPr lang="ko-KR" altLang="en-US" sz="2400" dirty="0"/>
              <a:t>이럴 경우 본인 연구 </a:t>
            </a:r>
            <a:r>
              <a:rPr lang="en-US" altLang="ko-KR" sz="2400" dirty="0"/>
              <a:t>introduction</a:t>
            </a:r>
            <a:r>
              <a:rPr lang="ko-KR" altLang="en-US" sz="2400" dirty="0"/>
              <a:t>만 제외되겠습니다</a:t>
            </a:r>
            <a:r>
              <a:rPr lang="en-US" altLang="ko-KR" sz="2400" dirty="0"/>
              <a:t>.)</a:t>
            </a:r>
          </a:p>
          <a:p>
            <a:endParaRPr lang="en-US" altLang="ko-KR" sz="2400" dirty="0"/>
          </a:p>
          <a:p>
            <a:r>
              <a:rPr lang="ko-KR" altLang="en-US" sz="2400" dirty="0" err="1"/>
              <a:t>평가주안점</a:t>
            </a:r>
            <a:r>
              <a:rPr lang="en-US" altLang="ko-KR" sz="2400" dirty="0"/>
              <a:t>: </a:t>
            </a:r>
            <a:r>
              <a:rPr lang="ko-KR" altLang="en-US" sz="2400"/>
              <a:t>데이터 확보 및 실습 내용에 해당하는 분석 수행 여부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7879910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69</Words>
  <Application>Microsoft Office PowerPoint</Application>
  <PresentationFormat>와이드스크린</PresentationFormat>
  <Paragraphs>14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조재원</dc:creator>
  <cp:lastModifiedBy>조재원</cp:lastModifiedBy>
  <cp:revision>9</cp:revision>
  <dcterms:created xsi:type="dcterms:W3CDTF">2025-03-13T04:50:37Z</dcterms:created>
  <dcterms:modified xsi:type="dcterms:W3CDTF">2025-05-21T07:26:31Z</dcterms:modified>
</cp:coreProperties>
</file>